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51" r:id="rId4"/>
    <p:sldId id="352" r:id="rId5"/>
    <p:sldId id="356" r:id="rId6"/>
    <p:sldId id="359" r:id="rId7"/>
    <p:sldId id="361" r:id="rId8"/>
    <p:sldId id="348" r:id="rId9"/>
    <p:sldId id="362" r:id="rId10"/>
    <p:sldId id="363" r:id="rId11"/>
    <p:sldId id="35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6" roundtripDataSignature="AMtx7miZINGxohdSI15Xcu5c/inuvMYF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3E967D-C02E-4C0A-06BE-9FAC7321E7AE}" v="685" dt="2025-11-19T21:02:40.089"/>
  </p1510:revLst>
</p1510:revInfo>
</file>

<file path=ppt/tableStyles.xml><?xml version="1.0" encoding="utf-8"?>
<a:tblStyleLst xmlns:a="http://schemas.openxmlformats.org/drawingml/2006/main" def="{A82B242C-9A92-4277-842D-B6B3DD457063}">
  <a:tblStyle styleId="{A82B242C-9A92-4277-842D-B6B3DD457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76DA97-062D-4256-B02D-CCDC2C70CBB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07" Type="http://schemas.openxmlformats.org/officeDocument/2006/relationships/presProps" Target="presProps.xml"/><Relationship Id="rId11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11A4D73-89D4-2EFE-FB51-87442DB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421ACD-6D3E-64B3-983E-451A65B84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2E285F-6061-5901-988C-96E2E22EE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2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718EAB-94C9-F5BF-B467-0934FC4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3E85D5F-A6D6-938B-8163-25F84A2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E8FEA9B-4E20-B35F-5733-0CB203D1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26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17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382D815-3F73-B239-1BDA-5042AEF5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61126E8-AE2B-AE13-BFF9-09FC66C30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A76FBB9-8ABF-1F55-43E7-4CB6A287C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963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C9BA370-4C45-03E9-0FA0-7850CCA1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9AA997C-EA47-5942-D26C-F94318285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D7AB75A6-0645-169D-A83A-5F2EB6A88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989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553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50D79662-FC40-2FDC-9434-0BE8E535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C44638D6-42AF-61C5-2B16-F3A1B9FED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345A8E4-EF85-7B21-A72D-0D906AF92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232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5E75177-4830-8E5F-ABE3-54F0CC7A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7AE6544E-481F-970E-BD84-B5C850466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DAD42B9-9FC3-1570-36AB-23DACADFB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4740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8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  <a:defRPr sz="60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4"/>
          <p:cNvSpPr txBox="1"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3" name="Google Shape;2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3900" y="118140"/>
            <a:ext cx="1961949" cy="16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4" descr="Resultado de imagem para python 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8545" y="0"/>
            <a:ext cx="1893455" cy="189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title"/>
          </p:nvPr>
        </p:nvSpPr>
        <p:spPr>
          <a:xfrm>
            <a:off x="465333" y="136525"/>
            <a:ext cx="10515600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body" idx="1"/>
          </p:nvPr>
        </p:nvSpPr>
        <p:spPr>
          <a:xfrm>
            <a:off x="465333" y="1411550"/>
            <a:ext cx="10888467" cy="47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dt" idx="10"/>
          </p:nvPr>
        </p:nvSpPr>
        <p:spPr>
          <a:xfrm>
            <a:off x="60122" y="6434415"/>
            <a:ext cx="10083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7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3720692" y="-1625561"/>
            <a:ext cx="4534594" cy="110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2761" y="1642369"/>
            <a:ext cx="11070455" cy="453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879107" y="840993"/>
            <a:ext cx="855807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pt-BR" dirty="0"/>
              <a:t>Análise de dados em Big Data da infraestrutura das escolas de Niterói </a:t>
            </a:r>
            <a:endParaRPr dirty="0"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626091" y="4135902"/>
            <a:ext cx="9419208" cy="98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pt-BR" dirty="0"/>
              <a:t>Trabalho Extensionista de Tópicos de Big Data 2025.2</a:t>
            </a:r>
            <a:endParaRPr dirty="0"/>
          </a:p>
        </p:txBody>
      </p:sp>
      <p:sp>
        <p:nvSpPr>
          <p:cNvPr id="4" name="Google Shape;22;p94">
            <a:extLst>
              <a:ext uri="{FF2B5EF4-FFF2-40B4-BE49-F238E27FC236}">
                <a16:creationId xmlns:a16="http://schemas.microsoft.com/office/drawing/2014/main" id="{B9DD900B-3010-4358-BEF8-7D5FA7B62146}"/>
              </a:ext>
            </a:extLst>
          </p:cNvPr>
          <p:cNvSpPr/>
          <p:nvPr/>
        </p:nvSpPr>
        <p:spPr>
          <a:xfrm>
            <a:off x="2684584" y="5642371"/>
            <a:ext cx="682283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2800" b="1" dirty="0">
                <a:solidFill>
                  <a:srgbClr val="4AB0A3"/>
                </a:solidFill>
                <a:latin typeface="Calibri"/>
                <a:cs typeface="Calibri"/>
              </a:rPr>
              <a:t>Níkolas Santos Ayçar e Silva [202303275722]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Objetivo Geral</a:t>
            </a:r>
            <a:endParaRPr dirty="0"/>
          </a:p>
        </p:txBody>
      </p:sp>
      <p:sp>
        <p:nvSpPr>
          <p:cNvPr id="106" name="Google Shape;10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50793" y="2439265"/>
            <a:ext cx="11744561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 objetivo deste trabalho de extensão é apresentar uma análise da infraestrutura nas escolas de Niterói visando evidenciar alguns pontos. A quantidade de escolas que oferecem alimentação, quantidade de computadores e quantidade de laboratórios na última década (2015-2024).</a:t>
            </a:r>
            <a:endParaRPr lang="pt-BR" sz="3200" b="1" dirty="0">
              <a:solidFill>
                <a:schemeClr val="dk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14A2E56-5448-551C-207C-34ABE589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F045429-AA6B-CB55-C62E-4C159B34C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Base de Dados Usada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FF3AFA-5B93-9EE5-AE87-0DDE8400D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250793" y="1243510"/>
            <a:ext cx="11744561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base de dados utilizada foi o censo escolar do INEP (</a:t>
            </a:r>
            <a:r>
              <a:rPr lang="pt-BR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https://www.gov.br/</a:t>
            </a:r>
            <a:r>
              <a:rPr lang="pt-BR" sz="2400" b="1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inep</a:t>
            </a:r>
            <a:r>
              <a:rPr lang="pt-BR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/</a:t>
            </a:r>
            <a:r>
              <a:rPr lang="pt-BR" sz="2400" b="1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pt-br</a:t>
            </a:r>
            <a:r>
              <a:rPr lang="pt-BR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/acesso-a-</a:t>
            </a:r>
            <a:r>
              <a:rPr lang="pt-BR" sz="2400" b="1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informacao</a:t>
            </a:r>
            <a:r>
              <a:rPr lang="pt-BR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/dados-abertos/microdados/</a:t>
            </a:r>
            <a:r>
              <a:rPr lang="pt-BR" sz="2400" b="1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censo-escolar?utm_source</a:t>
            </a:r>
            <a:r>
              <a:rPr lang="pt-BR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=chatgpt.com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2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51D81CB-11E2-C006-D516-22B1820D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240E3F4-9A3B-BB13-6387-B806A9BF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Tecnologia Usadas no desenvolvimento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C120D90-4761-1D4A-7809-00D0CE81D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391DC9F7-289C-4215-4A2D-6B415E7C2377}"/>
              </a:ext>
            </a:extLst>
          </p:cNvPr>
          <p:cNvSpPr txBox="1"/>
          <p:nvPr/>
        </p:nvSpPr>
        <p:spPr>
          <a:xfrm>
            <a:off x="250793" y="1243510"/>
            <a:ext cx="1174456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tecnologias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utilizadas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desenvolvimento da análise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foram:</a:t>
            </a:r>
          </a:p>
          <a:p>
            <a:pPr marL="571500" lvl="8" indent="-571500" algn="just">
              <a:buFont typeface="Arial" panose="020B0604020202020204" pitchFamily="34" charset="0"/>
              <a:buChar char="•"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pt-BR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(</a:t>
            </a:r>
            <a:r>
              <a:rPr lang="pt-BR" sz="2800" b="1" dirty="0">
                <a:solidFill>
                  <a:schemeClr val="dk1"/>
                </a:solidFill>
                <a:ea typeface="Calibri"/>
                <a:sym typeface="Calibri"/>
              </a:rPr>
              <a:t>Linguagem usada)</a:t>
            </a:r>
            <a:endParaRPr lang="pt-BR"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571500" lvl="8" indent="-571500" algn="just">
              <a:buFont typeface="Arial" panose="020B0604020202020204" pitchFamily="34" charset="0"/>
              <a:buChar char="•"/>
            </a:pPr>
            <a:r>
              <a:rPr lang="pt-BR" sz="3600" b="1" err="1">
                <a:solidFill>
                  <a:schemeClr val="dk1"/>
                </a:solidFill>
                <a:latin typeface="Calibri"/>
                <a:ea typeface="Calibri"/>
              </a:rPr>
              <a:t>NumPy</a:t>
            </a:r>
            <a:r>
              <a:rPr lang="pt-BR" sz="2800" b="1" dirty="0">
                <a:solidFill>
                  <a:schemeClr val="dk1"/>
                </a:solidFill>
                <a:latin typeface="Calibri"/>
                <a:ea typeface="Calibri"/>
              </a:rPr>
              <a:t>(</a:t>
            </a:r>
            <a:r>
              <a:rPr lang="pt-BR" sz="2800" b="1" err="1">
                <a:solidFill>
                  <a:schemeClr val="dk1"/>
                </a:solidFill>
                <a:ea typeface="Calibri"/>
              </a:rPr>
              <a:t>Arrays</a:t>
            </a:r>
            <a:r>
              <a:rPr lang="pt-BR" sz="2800" b="1" dirty="0">
                <a:solidFill>
                  <a:schemeClr val="dk1"/>
                </a:solidFill>
                <a:ea typeface="Calibri"/>
              </a:rPr>
              <a:t> e cálculos)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</a:rPr>
              <a:t>, </a:t>
            </a:r>
            <a:r>
              <a:rPr lang="pt-BR" sz="3600" b="1" err="1">
                <a:solidFill>
                  <a:schemeClr val="dk1"/>
                </a:solidFill>
                <a:latin typeface="Calibri"/>
                <a:ea typeface="Calibri"/>
              </a:rPr>
              <a:t>Matplotlib</a:t>
            </a:r>
            <a:r>
              <a:rPr lang="pt-BR" sz="2800" b="1" dirty="0">
                <a:solidFill>
                  <a:schemeClr val="dk1"/>
                </a:solidFill>
                <a:latin typeface="Calibri"/>
                <a:ea typeface="Calibri"/>
              </a:rPr>
              <a:t>(</a:t>
            </a:r>
            <a:r>
              <a:rPr lang="pt-BR" sz="2800" b="1" dirty="0"/>
              <a:t>Criar gráficos)</a:t>
            </a:r>
            <a:endParaRPr lang="pt-BR" sz="2800" b="1" dirty="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571500" lvl="8" indent="-571500" algn="just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r>
              <a:rPr lang="pt-BR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(</a:t>
            </a:r>
            <a:r>
              <a:rPr lang="pt-BR" sz="2800" b="1" dirty="0">
                <a:sym typeface="Calibri"/>
              </a:rPr>
              <a:t>Ler e manipular dados do Excel</a:t>
            </a:r>
            <a:r>
              <a:rPr lang="pt-BR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  <a:endParaRPr lang="pt-BR"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lvl="8" indent="-571500" algn="just">
              <a:buFont typeface="Arial" panose="020B0604020202020204" pitchFamily="34" charset="0"/>
              <a:buChar char="•"/>
            </a:pPr>
            <a:r>
              <a:rPr lang="pt-BR" sz="3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Sckit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-learning</a:t>
            </a:r>
            <a:r>
              <a:rPr lang="pt-BR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(</a:t>
            </a:r>
            <a:r>
              <a:rPr lang="pt-BR" sz="2800" b="1" dirty="0">
                <a:solidFill>
                  <a:schemeClr val="dk1"/>
                </a:solidFill>
                <a:ea typeface="Calibri"/>
                <a:sym typeface="Calibri"/>
              </a:rPr>
              <a:t>Regressão linear)</a:t>
            </a:r>
            <a:endParaRPr lang="pt-BR"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166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1154FBBE-EB73-D3D2-724A-117869370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BB6E542-2B81-D7AB-3994-52A8EB62CA92}"/>
              </a:ext>
            </a:extLst>
          </p:cNvPr>
          <p:cNvSpPr txBox="1"/>
          <p:nvPr/>
        </p:nvSpPr>
        <p:spPr>
          <a:xfrm>
            <a:off x="247886" y="1124716"/>
            <a:ext cx="114250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Distribuição de frequência computadores (histograma)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m 1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6FB274FA-93A6-8EBB-0112-CD0B022D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56" y="1772994"/>
            <a:ext cx="5695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6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E702F5F-357E-6FA7-0B19-AD4ADD0B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465F3B2A-95C3-B340-B739-09C31A05CD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7E64109-123B-5B5B-1D62-1E69D87D1A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CB5A73F9-D53B-2FC2-1C92-FE730AF6AB3F}"/>
              </a:ext>
            </a:extLst>
          </p:cNvPr>
          <p:cNvSpPr txBox="1"/>
          <p:nvPr/>
        </p:nvSpPr>
        <p:spPr>
          <a:xfrm>
            <a:off x="247886" y="1124716"/>
            <a:ext cx="114250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Distribuição de frequência alimentação (histograma)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9871066-9164-1C7E-A745-0C42FB79C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81" y="1768719"/>
            <a:ext cx="56007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5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5F9E7D8A-7DDA-49ED-2D26-42EDCC2B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87FA36F5-CD63-FF69-3E02-0C999AA4E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982F8AB-3348-85F6-9B5D-0A75F35B4F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838E0666-7A83-DCB6-0CB3-AD893BFD4A55}"/>
              </a:ext>
            </a:extLst>
          </p:cNvPr>
          <p:cNvSpPr txBox="1"/>
          <p:nvPr/>
        </p:nvSpPr>
        <p:spPr>
          <a:xfrm>
            <a:off x="247886" y="1124716"/>
            <a:ext cx="114250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Distribuição de frequência laboratórios (histograma)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m 1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3CAAD5C2-A21E-3900-EFA4-75225C998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406" y="1773238"/>
            <a:ext cx="55816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8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1154FBBE-EB73-D3D2-724A-117869370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7BB6E542-2B81-D7AB-3994-52A8EB62CA92}"/>
              </a:ext>
            </a:extLst>
          </p:cNvPr>
          <p:cNvSpPr txBox="1"/>
          <p:nvPr/>
        </p:nvSpPr>
        <p:spPr>
          <a:xfrm>
            <a:off x="247886" y="997716"/>
            <a:ext cx="1142508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Regressão Linear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computadores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Variável Independente [anos], Variável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Dependente [medias].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BA855AE8-FCDB-DB9F-FEC0-22DAC731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396" y="2144469"/>
            <a:ext cx="56769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1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9A4AC08-DDCB-FE3D-B179-5D3E4246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5752FD5F-5D60-F27F-005F-884411501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E4FC3B2D-030B-4343-6388-B40A86F36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0A75CC99-1B0F-9947-EB20-5547C9E29C12}"/>
              </a:ext>
            </a:extLst>
          </p:cNvPr>
          <p:cNvSpPr txBox="1"/>
          <p:nvPr/>
        </p:nvSpPr>
        <p:spPr>
          <a:xfrm>
            <a:off x="247886" y="997716"/>
            <a:ext cx="1142508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Regressão Linear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alimentação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Variável Independente [anos], Variável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Dependente [medias].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204648E4-6924-43D1-0399-CBA69A9E5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08" y="2105880"/>
            <a:ext cx="57150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640064C-3CCD-7BD5-910A-655EAF6D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4E8BBE79-2007-7129-D930-3A5F0AED6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Resultados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8A17A3E-5394-9941-7E9C-BD4963CD0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27540EA1-9ED4-F480-904D-FAE2EB456F98}"/>
              </a:ext>
            </a:extLst>
          </p:cNvPr>
          <p:cNvSpPr txBox="1"/>
          <p:nvPr/>
        </p:nvSpPr>
        <p:spPr>
          <a:xfrm>
            <a:off x="247886" y="997716"/>
            <a:ext cx="1142508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Regressão Linear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laboratórios</a:t>
            </a: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Variável Independente [anos], Variável </a:t>
            </a:r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Dependente [medias].</a:t>
            </a:r>
            <a:endParaRPr lang="pt-BR"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C71E9232-A6B6-9EE7-F9E7-7718F64FA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08" y="2203329"/>
            <a:ext cx="57150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3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Conclusão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8" name="Google Shape;108;p2">
            <a:extLst>
              <a:ext uri="{FF2B5EF4-FFF2-40B4-BE49-F238E27FC236}">
                <a16:creationId xmlns:a16="http://schemas.microsoft.com/office/drawing/2014/main" id="{9290040D-DCB0-42D2-8D2E-EA50225ACBF1}"/>
              </a:ext>
            </a:extLst>
          </p:cNvPr>
          <p:cNvSpPr txBox="1"/>
          <p:nvPr/>
        </p:nvSpPr>
        <p:spPr>
          <a:xfrm>
            <a:off x="250793" y="1243510"/>
            <a:ext cx="11744561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Durante </a:t>
            </a:r>
            <a:r>
              <a:rPr lang="pt-BR" sz="32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</a:t>
            </a:r>
            <a:r>
              <a:rPr lang="pt-BR" sz="3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experiencia foi observado que dentre os tópicos escolhidos houve um aumento na qualidade da infraestrutura das escolas de Niterói</a:t>
            </a:r>
            <a:endParaRPr lang="pt-BR" sz="32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92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157</Words>
  <Application>Microsoft Office PowerPoint</Application>
  <PresentationFormat>Widescreen</PresentationFormat>
  <Paragraphs>31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Análise de dados em Big Data da infraestrutura das escolas de Niterói </vt:lpstr>
      <vt:lpstr>Objetivo Geral</vt:lpstr>
      <vt:lpstr>Base de Dados Usada</vt:lpstr>
      <vt:lpstr>Tecnologia Usadas no desenvolvimento</vt:lpstr>
      <vt:lpstr>Resultados</vt:lpstr>
      <vt:lpstr>Resultados</vt:lpstr>
      <vt:lpstr>Resultados</vt:lpstr>
      <vt:lpstr>Resultados</vt:lpstr>
      <vt:lpstr>Resultados</vt:lpstr>
      <vt:lpstr>Resultados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&lt;Nome do Sistema&gt;</dc:title>
  <dc:creator>simone gama</dc:creator>
  <cp:lastModifiedBy>Aluno</cp:lastModifiedBy>
  <cp:revision>195</cp:revision>
  <dcterms:created xsi:type="dcterms:W3CDTF">2020-01-31T14:11:17Z</dcterms:created>
  <dcterms:modified xsi:type="dcterms:W3CDTF">2025-11-19T21:18:10Z</dcterms:modified>
</cp:coreProperties>
</file>